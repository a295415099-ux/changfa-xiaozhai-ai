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8c2396eb474b36" /><Relationship Type="http://schemas.openxmlformats.org/officeDocument/2006/relationships/extended-properties" Target="/docProps/app.xml" Id="Rb7d21ea01083452b" /><Relationship Type="http://schemas.openxmlformats.org/officeDocument/2006/relationships/officeDocument" Target="/ppt/presentation.xml" Id="R3b396ad5df7746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252a555c0c4686"/>
  </p:sldMasterIdLst>
  <p:notesMasterIdLst>
    <p:notesMasterId xmlns:r="http://schemas.openxmlformats.org/officeDocument/2006/relationships" r:id="Rdb4deff0a6c544f7"/>
  </p:notesMasterIdLst>
  <p:sldIdLst>
    <p:sldId xmlns:r="http://schemas.openxmlformats.org/officeDocument/2006/relationships" id="256" r:id="Rf162e926594a473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8398cd8fcf4b48" /><Relationship Type="http://schemas.openxmlformats.org/officeDocument/2006/relationships/slideMaster" Target="/ppt/slideMasters/slideMaster1.xml" Id="Re1252a555c0c4686" /><Relationship Type="http://schemas.openxmlformats.org/officeDocument/2006/relationships/notesMaster" Target="/ppt/notesMasters/notesMaster1.xml" Id="Rdb4deff0a6c544f7" /><Relationship Type="http://schemas.openxmlformats.org/officeDocument/2006/relationships/presProps" Target="/ppt/presProps.xml" Id="R4c9587d98ea1437e" /><Relationship Type="http://schemas.openxmlformats.org/officeDocument/2006/relationships/tableStyles" Target="/ppt/tableStyles.xml" Id="R9ab40a1026a44afa" /><Relationship Type="http://schemas.openxmlformats.org/officeDocument/2006/relationships/slide" Target="/ppt/slides/slide1.xml" Id="Rf162e926594a47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acd958110e44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0b10cda31a45dd" /><Relationship Type="http://schemas.openxmlformats.org/officeDocument/2006/relationships/notesMaster" Target="/ppt/notesMasters/notesMaster1.xml" Id="Ra5aacd847bb248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d8b3b05f6d48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e1c55d688742fd" /><Relationship Type="http://schemas.openxmlformats.org/officeDocument/2006/relationships/slideLayout" Target="/ppt/slideLayouts/slideLayout1.xml" Id="R414136aaddfb4d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4136aaddfb4d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8c4a08cec4d6b" /><Relationship Type="http://schemas.openxmlformats.org/officeDocument/2006/relationships/image" Target="/ppt/media/image.png" Id="R481730f3227a4c13" /><Relationship Type="http://schemas.openxmlformats.org/officeDocument/2006/relationships/notesSlide" Target="/ppt/notesSlides/notesSlide1.xml" Id="R07e4fe67e44c41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0C1EB0-CEB0-4AFD-8637-6783E34A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6F74F-552D-4171-A62E-0134C9DC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8B23A-FA63-4F53-926A-C4C82166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6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047A5-D237-4767-9D66-9D52F7B0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F5148"/>
                </a:solidFill>
              </a:defRPr>
            </a:pPr>
            <a:r>
              <a:rPr sz="3450" b="1">
                <a:solidFill>
                  <a:srgbClr val="0F5148"/>
                </a:solidFill>
              </a:rPr>
              <a:t>长发小寨 AI 总控工作台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93C00-452F-47D3-A4C3-BAC032AE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87383"/>
                </a:solidFill>
              </a:defRPr>
            </a:pPr>
            <a:r>
              <a:rPr sz="1650">
                <a:solidFill>
                  <a:srgbClr val="687383"/>
                </a:solidFill>
              </a:rPr>
              <a:t>品牌设计部 / 多 Agent 调度 / SOP 与项目资产库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57A59-1C0A-4EC2-889D-5B81B63C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561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933"/>
                </a:solidFill>
              </a:defRPr>
            </a:pPr>
            <a:r>
              <a:rPr sz="1875">
                <a:solidFill>
                  <a:srgbClr val="1F2933"/>
                </a:solidFill>
              </a:rPr>
              <a:t>扫码进入总控台，查看 AI项目01、SOP泳道图、资料库、复盘表与后续所有 Agent 调度记录。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66875-2C42-4B80-B565-6A737B12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14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A5752-20FC-40FB-B3FA-BE8CE686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290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03B47"/>
                </a:solidFill>
              </a:defRPr>
            </a:pPr>
            <a:r>
              <a:rPr sz="1500">
                <a:solidFill>
                  <a:srgbClr val="303B47"/>
                </a:solidFill>
              </a:rPr>
              <a:t>固定链接：二维码长期指向当前 GitHub Pages 总控台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E4DDC-4D2E-424B-97C8-C1E20E3E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24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1B6D9-7BE6-42F4-9DE0-D7476508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386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03B47"/>
                </a:solidFill>
              </a:defRPr>
            </a:pPr>
            <a:r>
              <a:rPr sz="1500">
                <a:solidFill>
                  <a:srgbClr val="303B47"/>
                </a:solidFill>
              </a:rPr>
              <a:t>当前重点：高级感商详页 + 明星版本首页上线测试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2E2491-9B8C-434D-855C-1D39B0E4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33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6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1C697-EBFC-43AE-BCF7-0C878B74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482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03B47"/>
                </a:solidFill>
              </a:defRPr>
            </a:pPr>
            <a:r>
              <a:rPr sz="1500">
                <a:solidFill>
                  <a:srgbClr val="303B47"/>
                </a:solidFill>
              </a:rPr>
              <a:t>复盘方式：上市前基线数据 vs 上市后前 7 天数据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21E3E1-1A15-4B01-B915-6F2541FE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781050"/>
            <a:ext cx="3524250" cy="45910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D7D1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9C5507-767C-4CBF-B4B6-4252E513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1430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F5148"/>
                </a:solidFill>
              </a:defRPr>
            </a:pPr>
            <a:r>
              <a:rPr sz="2400" b="1">
                <a:solidFill>
                  <a:srgbClr val="0F5148"/>
                </a:solidFill>
              </a:rPr>
              <a:t>扫码进入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730f3227a4c13"/>
          <a:stretch xmlns:a="http://schemas.openxmlformats.org/drawingml/2006/main"/>
        </p:blipFill>
        <p:spPr>
          <a:xfrm xmlns:a="http://schemas.openxmlformats.org/drawingml/2006/main">
            <a:off x="8191500" y="1695450"/>
            <a:ext cx="2286000" cy="22860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99B675-8C1D-4C86-8E8C-FFBF4D76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719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87383"/>
                </a:solidFill>
              </a:defRPr>
            </a:pPr>
            <a:r>
              <a:rPr sz="1350">
                <a:solidFill>
                  <a:srgbClr val="687383"/>
                </a:solidFill>
              </a:rPr>
              <a:t>长按识别 / 微信扫码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EE2CE0-8727-476B-AB42-137725D2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87383"/>
                </a:solidFill>
              </a:defRPr>
            </a:pPr>
            <a:r>
              <a:rPr sz="975">
                <a:solidFill>
                  <a:srgbClr val="687383"/>
                </a:solidFill>
              </a:rPr>
              <a:t>https://a295415099-ux.github.io/changfa-xiaozhai-ai/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BAEFCA-9CD7-4620-9D5E-1BD6F447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389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5148"/>
                </a:solidFill>
              </a:defRPr>
            </a:pPr>
            <a:r>
              <a:rPr sz="1200" b="1">
                <a:solidFill>
                  <a:srgbClr val="0F5148"/>
                </a:solidFill>
              </a:rPr>
              <a:t>AI项目01：淘内承接阵地优化项目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5ACA48-1AF8-4529-A081-84C1B310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4389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87383"/>
                </a:solidFill>
              </a:defRPr>
            </a:pPr>
            <a:r>
              <a:rPr sz="1200">
                <a:solidFill>
                  <a:srgbClr val="687383"/>
                </a:solidFill>
              </a:rPr>
              <a:t>长发小寨 · 史总汇报延展单页</a:t>
            </a:r>
          </a:p>
        </p:txBody>
      </p:sp>
    </p:spTree>
    <p:extLst>
      <p:ext uri="{BB962C8B-B14F-4D97-AF65-F5344CB8AC3E}">
        <p14:creationId xmlns:p14="http://schemas.microsoft.com/office/powerpoint/2010/main" val="13143516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2026-06-30T02:27:23.3190000Z</dcterms:created>
  <dcterms:modified xsi:type="dcterms:W3CDTF">2026-06-30T02:27:23.3190000Z</dcterms:modified>
</coreProperties>
</file>